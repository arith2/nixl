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NIXL S3 over RDMA: KV Cache Offloading</a:t>
            </a:r>
          </a:p>
          <a:p>
            <a:pPr algn="ctr">
              <a:defRPr sz="2400">
                <a:solidFill>
                  <a:srgbClr val="646464"/>
                </a:solidFill>
              </a:defRPr>
            </a:pPr>
            <a:r>
              <a:t>End-to-End Benchmark Results</a:t>
            </a:r>
          </a:p>
          <a:p>
            <a:br/>
            <a:pPr algn="ctr">
              <a:defRPr sz="1600">
                <a:solidFill>
                  <a:srgbClr val="787878"/>
                </a:solidFill>
              </a:defRPr>
            </a:pPr>
            <a:r>
              <a:t>NIXL RDMA + Ceph RGW + DAOS | 100GbE RoCEv2 | 3-Node Cluster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"/>
              </a:spcAft>
              <a:defRPr sz="1300" b="1"/>
            </a:pPr>
            <a:r>
              <a:t>3-Node Testbed:</a:t>
            </a:r>
          </a:p>
          <a:p>
            <a:pPr>
              <a:spcAft>
                <a:spcPts val="200"/>
              </a:spcAft>
              <a:defRPr sz="1300" b="0"/>
            </a:pPr>
            <a:r>
              <a:t>  hsc-12 (NIXL Client): Docker container, DRAM buffers, RDMA NIC (mlx5)</a:t>
            </a:r>
          </a:p>
          <a:p>
            <a:pPr>
              <a:spcAft>
                <a:spcPts val="200"/>
              </a:spcAft>
              <a:defRPr sz="1300" b="0"/>
            </a:pPr>
            <a:r>
              <a:t>  hsc-14 (Ceph RGW):    S3 gateway, RDMA server, pre-registered 512MB staging buffer</a:t>
            </a:r>
          </a:p>
          <a:p>
            <a:pPr>
              <a:spcAft>
                <a:spcPts val="200"/>
              </a:spcAft>
              <a:defRPr sz="1300" b="0"/>
            </a:pPr>
            <a:r>
              <a:t>  hsc-21 (DAOS Storage): 4x NVMe SSDs, DAOS server with UCX RDMA transport</a:t>
            </a:r>
          </a:p>
          <a:p>
            <a:pPr>
              <a:spcAft>
                <a:spcPts val="200"/>
              </a:spcAft>
              <a:defRPr sz="1300" b="0"/>
            </a:pPr>
          </a:p>
          <a:p>
            <a:pPr>
              <a:spcAft>
                <a:spcPts val="200"/>
              </a:spcAft>
              <a:defRPr sz="1300" b="1"/>
            </a:pPr>
            <a:r>
              <a:t>Network: 100GbE RoCEv2 (Mellanox ConnectX-5/6)</a:t>
            </a:r>
          </a:p>
          <a:p>
            <a:pPr>
              <a:spcAft>
                <a:spcPts val="200"/>
              </a:spcAft>
              <a:defRPr sz="1300" b="0"/>
            </a:pPr>
          </a:p>
          <a:p>
            <a:pPr>
              <a:spcAft>
                <a:spcPts val="200"/>
              </a:spcAft>
              <a:defRPr sz="1300" b="1"/>
            </a:pPr>
            <a:r>
              <a:t>PUT Data Path (NIXL -&gt; Ceph -&gt; DAOS):</a:t>
            </a:r>
          </a:p>
          <a:p>
            <a:pPr>
              <a:spcAft>
                <a:spcPts val="200"/>
              </a:spcAft>
              <a:defRPr sz="1300" b="0"/>
            </a:pPr>
            <a:r>
              <a:t>  1. NIXL sends HTTP PUT with Content-Length=0 + x-amz-rdma-token header</a:t>
            </a:r>
          </a:p>
          <a:p>
            <a:pPr>
              <a:spcAft>
                <a:spcPts val="200"/>
              </a:spcAft>
              <a:defRPr sz="1300" b="0"/>
            </a:pPr>
            <a:r>
              <a:t>  2. Ceph RGW parses token, issues RDMA_READ to pull data from NIXL memory</a:t>
            </a:r>
          </a:p>
          <a:p>
            <a:pPr>
              <a:spcAft>
                <a:spcPts val="200"/>
              </a:spcAft>
              <a:defRPr sz="1300" b="0"/>
            </a:pPr>
            <a:r>
              <a:t>  3. Data lands in pre_buf_ (zero-copy), single atomic ds3_obj_write() to DAOS</a:t>
            </a:r>
          </a:p>
          <a:p>
            <a:pPr>
              <a:spcAft>
                <a:spcPts val="200"/>
              </a:spcAft>
              <a:defRPr sz="1300" b="0"/>
            </a:pPr>
            <a:r>
              <a:t>  4. HTTP 200 returned after DAOS write completes</a:t>
            </a:r>
          </a:p>
          <a:p>
            <a:pPr>
              <a:spcAft>
                <a:spcPts val="200"/>
              </a:spcAft>
              <a:defRPr sz="1300" b="0"/>
            </a:pPr>
          </a:p>
          <a:p>
            <a:pPr>
              <a:spcAft>
                <a:spcPts val="200"/>
              </a:spcAft>
              <a:defRPr sz="1300" b="1"/>
            </a:pPr>
            <a:r>
              <a:t>GET Data Path (DAOS -&gt; Ceph -&gt; NIXL):</a:t>
            </a:r>
          </a:p>
          <a:p>
            <a:pPr>
              <a:spcAft>
                <a:spcPts val="200"/>
              </a:spcAft>
              <a:defRPr sz="1300" b="0"/>
            </a:pPr>
            <a:r>
              <a:t>  1. NIXL sends HTTP GET with x-amz-rdma-token header</a:t>
            </a:r>
          </a:p>
          <a:p>
            <a:pPr>
              <a:spcAft>
                <a:spcPts val="200"/>
              </a:spcAft>
              <a:defRPr sz="1300" b="0"/>
            </a:pPr>
            <a:r>
              <a:t>  2. Ceph RGW reads from DAOS directly into pre_buf_ (zero-copy)</a:t>
            </a:r>
          </a:p>
          <a:p>
            <a:pPr>
              <a:spcAft>
                <a:spcPts val="200"/>
              </a:spcAft>
              <a:defRPr sz="1300" b="0"/>
            </a:pPr>
            <a:r>
              <a:t>  3. Issues RDMA_WRITE to push data to NIXL memory</a:t>
            </a:r>
          </a:p>
          <a:p>
            <a:pPr>
              <a:spcAft>
                <a:spcPts val="200"/>
              </a:spcAft>
              <a:defRPr sz="1300" b="0"/>
            </a:pPr>
            <a:r>
              <a:t>  4. HTTP 200 returned, data already in NIXL buffer</a:t>
            </a:r>
          </a:p>
          <a:p>
            <a:pPr>
              <a:spcAft>
                <a:spcPts val="200"/>
              </a:spcAft>
              <a:defRPr sz="1300" b="0"/>
            </a:pPr>
          </a:p>
          <a:p>
            <a:pPr>
              <a:spcAft>
                <a:spcPts val="200"/>
              </a:spcAft>
              <a:defRPr sz="1300" b="1"/>
            </a:pPr>
            <a:r>
              <a:t>Key Optimizations:</a:t>
            </a:r>
          </a:p>
          <a:p>
            <a:pPr>
              <a:spcAft>
                <a:spcPts val="200"/>
              </a:spcAft>
              <a:defRPr sz="1300" b="0"/>
            </a:pPr>
            <a:r>
              <a:t>  - Zero-copy: pre_buf_ shared between RDMA and DAOS (no memcpy)</a:t>
            </a:r>
          </a:p>
          <a:p>
            <a:pPr>
              <a:spcAft>
                <a:spcPts val="200"/>
              </a:spcAft>
              <a:defRPr sz="1300" b="0"/>
            </a:pPr>
            <a:r>
              <a:t>  - 1MB RDMA chunking with sliding window (max_qp_rd_atom=16)</a:t>
            </a:r>
          </a:p>
          <a:p>
            <a:pPr>
              <a:spcAft>
                <a:spcPts val="200"/>
              </a:spcAft>
              <a:defRPr sz="1300" b="0"/>
            </a:pPr>
            <a:r>
              <a:t>  - MD5 hash skipped (RDMA CRC provides hardware integrity)</a:t>
            </a:r>
          </a:p>
          <a:p>
            <a:pPr>
              <a:spcAft>
                <a:spcPts val="200"/>
              </a:spcAft>
              <a:defRPr sz="1300" b="0"/>
            </a:pPr>
            <a:r>
              <a:t>  - Content-Length=0 eliminates HTTP body-drain overhead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Throughput: NIXL RDMA vs TCP (DAOS RDMA backend)</a:t>
            </a:r>
          </a:p>
        </p:txBody>
      </p:sp>
      <p:pic>
        <p:nvPicPr>
          <p:cNvPr id="3" name="Picture 2" descr="throughput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09728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Latency: NIXL RDMA vs TCP (DAOS RDMA backend)</a:t>
            </a:r>
          </a:p>
        </p:txBody>
      </p:sp>
      <p:pic>
        <p:nvPicPr>
          <p:cNvPr id="3" name="Picture 2" descr="latenc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09728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RDMA Speedup over TCP</a:t>
            </a:r>
          </a:p>
        </p:txBody>
      </p:sp>
      <p:pic>
        <p:nvPicPr>
          <p:cNvPr id="3" name="Picture 2" descr="speedup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09728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Detailed Results: Throughput (GB/s)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97280"/>
          <a:ext cx="106984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05840"/>
                <a:gridCol w="1005840"/>
                <a:gridCol w="1005840"/>
                <a:gridCol w="1005840"/>
                <a:gridCol w="1005840"/>
                <a:gridCol w="1005840"/>
                <a:gridCol w="1005840"/>
                <a:gridCol w="1005840"/>
                <a:gridCol w="1005840"/>
              </a:tblGrid>
              <a:tr h="548640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Config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4KB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16KB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64KB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256KB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1MB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4MB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16MB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64MB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256MB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RDMA+RDMA 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0.285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0.897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4.72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RDMA+RDMA 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0.336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5.07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TCP+RDMA 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0.129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0.215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0.251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0.258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0.253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TCP+RDMA 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0.202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0.372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0.442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0.458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0.640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Benchmark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"/>
              </a:spcAft>
              <a:defRPr sz="1300" b="1"/>
            </a:pPr>
            <a:r>
              <a:t>Block Sizes: 4KB, 16KB, 64KB, 256KB, 1MB, 4MB, 16MB, 64MB, 256MB</a:t>
            </a:r>
          </a:p>
          <a:p>
            <a:pPr>
              <a:spcAft>
                <a:spcPts val="200"/>
              </a:spcAft>
              <a:defRPr sz="1300" b="0"/>
            </a:pPr>
          </a:p>
          <a:p>
            <a:pPr>
              <a:spcAft>
                <a:spcPts val="200"/>
              </a:spcAft>
              <a:defRPr sz="1300" b="1"/>
            </a:pPr>
            <a:r>
              <a:t>4KB-64MB Configuration:</a:t>
            </a:r>
          </a:p>
          <a:p>
            <a:pPr>
              <a:spcAft>
                <a:spcPts val="200"/>
              </a:spcAft>
              <a:defRPr sz="1300" b="0"/>
            </a:pPr>
            <a:r>
              <a:t>  PUT: 12,000 iterations, 0 warmup, 12,000 prepop objects</a:t>
            </a:r>
          </a:p>
          <a:p>
            <a:pPr>
              <a:spcAft>
                <a:spcPts val="200"/>
              </a:spcAft>
              <a:defRPr sz="1300" b="0"/>
            </a:pPr>
            <a:r>
              <a:t>  GET: 8,192 iterations, 1,024 warmup, 12,000 prepop objects</a:t>
            </a:r>
          </a:p>
          <a:p>
            <a:pPr>
              <a:spcAft>
                <a:spcPts val="200"/>
              </a:spcAft>
              <a:defRPr sz="1300" b="0"/>
            </a:pPr>
            <a:r>
              <a:t>  Threads: 1 (sequential, single QP)</a:t>
            </a:r>
          </a:p>
          <a:p>
            <a:pPr>
              <a:spcAft>
                <a:spcPts val="200"/>
              </a:spcAft>
              <a:defRPr sz="1300" b="0"/>
            </a:pPr>
          </a:p>
          <a:p>
            <a:pPr>
              <a:spcAft>
                <a:spcPts val="200"/>
              </a:spcAft>
              <a:defRPr sz="1300" b="1"/>
            </a:pPr>
            <a:r>
              <a:t>256MB Configuration:</a:t>
            </a:r>
          </a:p>
          <a:p>
            <a:pPr>
              <a:spcAft>
                <a:spcPts val="200"/>
              </a:spcAft>
              <a:defRPr sz="1300" b="0"/>
            </a:pPr>
            <a:r>
              <a:t>  PUT: 6,000 iterations, 0 warmup, 6,000 prepop objects</a:t>
            </a:r>
          </a:p>
          <a:p>
            <a:pPr>
              <a:spcAft>
                <a:spcPts val="200"/>
              </a:spcAft>
              <a:defRPr sz="1300" b="0"/>
            </a:pPr>
            <a:r>
              <a:t>  GET: 4,096 iterations, 512 warmup, 6,000 prepop objects</a:t>
            </a:r>
          </a:p>
          <a:p>
            <a:pPr>
              <a:spcAft>
                <a:spcPts val="200"/>
              </a:spcAft>
              <a:defRPr sz="1300" b="0"/>
            </a:pPr>
            <a:r>
              <a:t>  Data budget: 6000 x 256MB = 1.5TB &lt; 2TB DAOS pool limit</a:t>
            </a:r>
          </a:p>
          <a:p>
            <a:pPr>
              <a:spcAft>
                <a:spcPts val="200"/>
              </a:spcAft>
              <a:defRPr sz="1300" b="0"/>
            </a:pPr>
          </a:p>
          <a:p>
            <a:pPr>
              <a:spcAft>
                <a:spcPts val="200"/>
              </a:spcAft>
              <a:defRPr sz="1300" b="1"/>
            </a:pPr>
            <a:r>
              <a:t>RDMA Configuration:</a:t>
            </a:r>
          </a:p>
          <a:p>
            <a:pPr>
              <a:spcAft>
                <a:spcPts val="200"/>
              </a:spcAft>
              <a:defRPr sz="1300" b="0"/>
            </a:pPr>
            <a:r>
              <a:t>  Transport: Reliable Connection (RC), single QP per client</a:t>
            </a:r>
          </a:p>
          <a:p>
            <a:pPr>
              <a:spcAft>
                <a:spcPts val="200"/>
              </a:spcAft>
              <a:defRPr sz="1300" b="0"/>
            </a:pPr>
            <a:r>
              <a:t>  Chunk size: 1MB per RDMA WR (matches DAOS DFS_DEFAULT_CHUNK_SIZE)</a:t>
            </a:r>
          </a:p>
          <a:p>
            <a:pPr>
              <a:spcAft>
                <a:spcPts val="200"/>
              </a:spcAft>
              <a:defRPr sz="1300" b="0"/>
            </a:pPr>
            <a:r>
              <a:t>  Sliding window: max 16 in-flight WRs (max_qp_rd_atom=16)</a:t>
            </a:r>
          </a:p>
          <a:p>
            <a:pPr>
              <a:spcAft>
                <a:spcPts val="200"/>
              </a:spcAft>
              <a:defRPr sz="1300" b="0"/>
            </a:pPr>
            <a:r>
              <a:t>  Pre-registered buffer: 512MB on Ceph RGW (zero-copy for both PUT and GET)</a:t>
            </a:r>
          </a:p>
          <a:p>
            <a:pPr>
              <a:spcAft>
                <a:spcPts val="200"/>
              </a:spcAft>
              <a:defRPr sz="1300" b="0"/>
            </a:pPr>
            <a:r>
              <a:t>  Integrity: RDMA ICRC-32 hardware verification (MD5 skipped)</a:t>
            </a:r>
          </a:p>
          <a:p>
            <a:pPr>
              <a:spcAft>
                <a:spcPts val="200"/>
              </a:spcAft>
              <a:defRPr sz="1300" b="0"/>
            </a:pPr>
          </a:p>
          <a:p>
            <a:pPr>
              <a:spcAft>
                <a:spcPts val="200"/>
              </a:spcAft>
              <a:defRPr sz="1300" b="1"/>
            </a:pPr>
            <a:r>
              <a:t>Ceph RGW:</a:t>
            </a:r>
          </a:p>
          <a:p>
            <a:pPr>
              <a:spcAft>
                <a:spcPts val="200"/>
              </a:spcAft>
              <a:defRPr sz="1300" b="0"/>
            </a:pPr>
            <a:r>
              <a:t>  Version: 18.2.7 (Pacific) with DAOS backend</a:t>
            </a:r>
          </a:p>
          <a:p>
            <a:pPr>
              <a:spcAft>
                <a:spcPts val="200"/>
              </a:spcAft>
              <a:defRPr sz="1300" b="0"/>
            </a:pPr>
            <a:r>
              <a:t>  rgw max chunk size: 67,108,864 (64MB)</a:t>
            </a:r>
          </a:p>
          <a:p>
            <a:pPr>
              <a:spcAft>
                <a:spcPts val="200"/>
              </a:spcAft>
              <a:defRPr sz="1300" b="0"/>
            </a:pPr>
            <a:r>
              <a:t>  Single-threaded beast HTTP frontend</a:t>
            </a:r>
          </a:p>
          <a:p>
            <a:pPr>
              <a:spcAft>
                <a:spcPts val="200"/>
              </a:spcAft>
              <a:defRPr sz="1300" b="0"/>
            </a:pPr>
          </a:p>
          <a:p>
            <a:pPr>
              <a:spcAft>
                <a:spcPts val="200"/>
              </a:spcAft>
              <a:defRPr sz="1300" b="1"/>
            </a:pPr>
            <a:r>
              <a:t>DAOS:</a:t>
            </a:r>
          </a:p>
          <a:p>
            <a:pPr>
              <a:spcAft>
                <a:spcPts val="200"/>
              </a:spcAft>
              <a:defRPr sz="1300" b="0"/>
            </a:pPr>
            <a:r>
              <a:t>  Transport: UCX dc_x (RDMA) or UCX tcp</a:t>
            </a:r>
          </a:p>
          <a:p>
            <a:pPr>
              <a:spcAft>
                <a:spcPts val="200"/>
              </a:spcAft>
              <a:defRPr sz="1300" b="0"/>
            </a:pPr>
            <a:r>
              <a:t>  Pool: 2TB, 4x NVMe SSDs</a:t>
            </a:r>
          </a:p>
          <a:p>
            <a:pPr>
              <a:spcAft>
                <a:spcPts val="200"/>
              </a:spcAft>
              <a:defRPr sz="1300" b="0"/>
            </a:pPr>
            <a:r>
              <a:t>  DFS chunk size: 1MB (data striping)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"/>
              </a:spcAft>
              <a:defRPr sz="1400" b="1"/>
            </a:pPr>
            <a:r>
              <a:t>Peak Throughput:</a:t>
            </a:r>
          </a:p>
          <a:p>
            <a:pPr>
              <a:spcAft>
                <a:spcPts val="200"/>
              </a:spcAft>
              <a:defRPr sz="1400" b="0"/>
            </a:pPr>
            <a:r>
              <a:t>  RDMA PUT: 4.72 GB/s | RDMA GET: 5.07 GB/s</a:t>
            </a:r>
          </a:p>
          <a:p>
            <a:pPr>
              <a:spcAft>
                <a:spcPts val="200"/>
              </a:spcAft>
              <a:defRPr sz="1400" b="0"/>
            </a:pPr>
            <a:r>
              <a:t>  TCP PUT:  0.26 GB/s | TCP GET:  0.64 GB/s</a:t>
            </a:r>
          </a:p>
          <a:p>
            <a:pPr>
              <a:spcAft>
                <a:spcPts val="200"/>
              </a:spcAft>
              <a:defRPr sz="1400" b="0"/>
            </a:pPr>
            <a:r>
              <a:t>  Speedup:  PUT 18.3x | GET 7.9x</a:t>
            </a:r>
          </a:p>
          <a:p>
            <a:pPr>
              <a:spcAft>
                <a:spcPts val="200"/>
              </a:spcAft>
              <a:defRPr sz="1400" b="0"/>
            </a:pPr>
          </a:p>
          <a:p>
            <a:pPr>
              <a:spcAft>
                <a:spcPts val="200"/>
              </a:spcAft>
              <a:defRPr sz="1400" b="1"/>
            </a:pPr>
            <a:r>
              <a:t>Per-request HTTP overhead: ~2.5ms (dominates for small objects)</a:t>
            </a:r>
          </a:p>
          <a:p>
            <a:pPr>
              <a:spcAft>
                <a:spcPts val="200"/>
              </a:spcAft>
              <a:defRPr sz="1400" b="0"/>
            </a:pPr>
            <a:r>
              <a:t>  Small objects (&lt;1MB): latency-bound, ~400 req/s regardless of RDMA/TCP</a:t>
            </a:r>
          </a:p>
          <a:p>
            <a:pPr>
              <a:spcAft>
                <a:spcPts val="200"/>
              </a:spcAft>
              <a:defRPr sz="1400" b="0"/>
            </a:pPr>
            <a:r>
              <a:t>  Large objects (&gt;16MB): bandwidth-bound, RDMA shows full advantage</a:t>
            </a:r>
          </a:p>
          <a:p>
            <a:pPr>
              <a:spcAft>
                <a:spcPts val="200"/>
              </a:spcAft>
              <a:defRPr sz="1400" b="0"/>
            </a:pPr>
          </a:p>
          <a:p>
            <a:pPr>
              <a:spcAft>
                <a:spcPts val="200"/>
              </a:spcAft>
              <a:defRPr sz="1400" b="1"/>
            </a:pPr>
            <a:r>
              <a:t>Zero-copy design eliminates memcpy on critical path:</a:t>
            </a:r>
          </a:p>
          <a:p>
            <a:pPr>
              <a:spcAft>
                <a:spcPts val="200"/>
              </a:spcAft>
              <a:defRPr sz="1400" b="0"/>
            </a:pPr>
            <a:r>
              <a:t>  PUT: RDMA_READ -&gt; pre_buf_ -&gt; ds3_obj_write (same buffer)</a:t>
            </a:r>
          </a:p>
          <a:p>
            <a:pPr>
              <a:spcAft>
                <a:spcPts val="200"/>
              </a:spcAft>
              <a:defRPr sz="1400" b="0"/>
            </a:pPr>
            <a:r>
              <a:t>  GET: ds3_obj_read -&gt; pre_buf_ -&gt; RDMA_WRITE (same buffer)</a:t>
            </a:r>
          </a:p>
          <a:p>
            <a:pPr>
              <a:spcAft>
                <a:spcPts val="200"/>
              </a:spcAft>
              <a:defRPr sz="1400" b="0"/>
            </a:pPr>
          </a:p>
          <a:p>
            <a:pPr>
              <a:spcAft>
                <a:spcPts val="200"/>
              </a:spcAft>
              <a:defRPr sz="1400" b="1"/>
            </a:pPr>
            <a:r>
              <a:t>Compatible with cuObject protocol (x-amz-rdma-token header)</a:t>
            </a:r>
          </a:p>
          <a:p>
            <a:pPr>
              <a:spcAft>
                <a:spcPts val="200"/>
              </a:spcAft>
              <a:defRPr sz="1400" b="0"/>
            </a:pPr>
            <a:r>
              <a:t>  Standard S3 API, backward compatible with TCP clients</a:t>
            </a:r>
          </a:p>
          <a:p>
            <a:pPr>
              <a:spcAft>
                <a:spcPts val="200"/>
              </a:spcAft>
              <a:defRPr sz="1400" b="0"/>
            </a:pPr>
            <a:r>
              <a:t>  Control plane: HTTP (auth, metadata) | Data plane: RDMA (payload)</a:t>
            </a:r>
          </a:p>
          <a:p>
            <a:pPr>
              <a:spcAft>
                <a:spcPts val="200"/>
              </a:spcAft>
              <a:defRPr sz="1400" b="0"/>
            </a:pPr>
          </a:p>
          <a:p>
            <a:pPr>
              <a:spcAft>
                <a:spcPts val="200"/>
              </a:spcAft>
              <a:defRPr sz="1400" b="1"/>
            </a:pPr>
            <a:r>
              <a:t>Implications for KV Cache Offloading:</a:t>
            </a:r>
          </a:p>
          <a:p>
            <a:pPr>
              <a:spcAft>
                <a:spcPts val="200"/>
              </a:spcAft>
              <a:defRPr sz="1400" b="0"/>
            </a:pPr>
            <a:r>
              <a:t>  50GB KV cache (Llama 405B, 128K context):</a:t>
            </a:r>
          </a:p>
          <a:p>
            <a:pPr>
              <a:spcAft>
                <a:spcPts val="200"/>
              </a:spcAft>
              <a:defRPr sz="1400" b="0"/>
            </a:pPr>
            <a:r>
              <a:t>    RDMA: 9.9s | TCP: 78s | Recompute: minutes</a:t>
            </a:r>
          </a:p>
          <a:p>
            <a:pPr>
              <a:spcAft>
                <a:spcPts val="200"/>
              </a:spcAft>
              <a:defRPr sz="1400" b="0"/>
            </a:pPr>
            <a:r>
              <a:t>  S3 provides petabyte-scale capacity at commodity cost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